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EFC8-72EE-3E6B-426B-B5A1D6041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09A42-330F-70F5-80DB-5D4FC85A9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0FC8A-BA74-7C58-354C-5EDAF344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E937-4D19-EFBC-67D3-83A17FC0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F2A5-446C-890D-1A3E-AC027C7B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D202-712D-5716-4A66-C67B60F0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CBE5-2712-FE89-FC3A-47E1F40D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F766-515F-F18C-93E2-3E92ED45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765D2-560A-E5CE-32D1-B650C948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8140-C6E6-BB3C-D431-298ED829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3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39DC-D543-EA72-8B62-B731D1D4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7ED99-8EB7-A64A-DDFF-B450AE9F0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A5A0-51D4-4E3E-3165-58FB8767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A90B5-4DC1-770A-6881-5BFF34A7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30154-125C-3563-D451-145AE825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5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6307-1725-F16D-D42E-E3F53618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E5A2F-3B03-B802-72FF-CA45A9C32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EAF6B-0DD8-4116-A6E2-8D459F440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9B7DC-0583-0BE1-9194-DEC7A78D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AD3E3-4929-CB98-AC89-A3106546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F9669-7FF5-08AC-50F4-E040EA29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1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2CE0-CD0E-7EA0-AB06-2E53468A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631D8-4B1E-F60B-951B-6E48E5955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DAE32-AB27-9F43-454F-BD1AA4A43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1AE74-0F97-A2D1-7784-D1E65C837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C4F4F-7299-254C-6924-B62F9B99E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4760D-05AC-A4E6-EEB5-99EB05E5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11F2C8-2069-C172-AFDC-22CC7672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6ACA2-F318-81C3-9D7F-B0A77C2D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2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E77F-FDD4-36F0-DBAC-5C50DD66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8B0A1-CD52-59B2-A06A-D0FAE425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1FAB7-6DEE-11B8-F783-15A643E1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798F2-4CD9-B1BA-6C46-83DEEE35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A8B5-806E-F8B5-5CCD-E703F5FB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10666-4F0A-9C9D-C2ED-5614E7E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2BEEB-AE82-C7D6-A1B7-91E433B5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F8F0-6898-196C-C1F8-355B03F7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5F3C-FD39-0A6E-20BA-B3A6F9C75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24957-91AF-6459-2181-96B15F833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5AFA9-BA13-5F82-56F8-63B7C68A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7FC09-B679-45FB-D3EB-6FD9D765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63072-E807-5120-6DF2-7A959D2C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6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C1E8-C977-33F2-1E52-331D38C5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D0863-0447-DC52-76E3-2B891817D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3E791-88F6-DC7C-4224-4ACFE7DBF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1120-24EE-D95B-772C-6A576092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A368E-2243-EB51-AEF9-EC3C94CC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92EFC-F4C4-B947-7335-B0673349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7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CEB8-831E-2299-7F60-648977F4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ED667-3412-D069-B584-E26EA46B0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4C1E-02E6-2E9C-7BCB-1E1E6593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5386D-E128-54E5-AAA4-BA60E0C2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E7A73-CA10-680F-683E-A8518E3B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D59B3-DAF0-8DE9-A1C4-526362C6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DD2B0-8336-D350-A874-38D573A84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574CB-8063-F953-52FF-13688FBB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A5CDD-7C58-9563-9830-5846C4B3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7C45-0D46-4FF8-DD79-C40106DF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1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360AD-D0CD-6CBF-C755-5B564424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705CF-F5CE-7223-7102-C41E69148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38824-74B2-E568-97A1-CA1A932FD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6F5FF-2E57-F74E-BCB9-CB2326EAFF9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6039-DA14-E11C-1F0F-2471359D2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C45CC-5CE6-3186-AACA-2F9418FC7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0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98319939-7A03-B60B-DCEF-4D899FDA5A3F}"/>
              </a:ext>
            </a:extLst>
          </p:cNvPr>
          <p:cNvSpPr/>
          <p:nvPr/>
        </p:nvSpPr>
        <p:spPr>
          <a:xfrm>
            <a:off x="4453667" y="2433917"/>
            <a:ext cx="3065929" cy="1990165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4C9D1-7FB1-A520-4692-B319EE072F7C}"/>
              </a:ext>
            </a:extLst>
          </p:cNvPr>
          <p:cNvSpPr txBox="1"/>
          <p:nvPr/>
        </p:nvSpPr>
        <p:spPr>
          <a:xfrm>
            <a:off x="1726601" y="989702"/>
            <a:ext cx="9020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Drag this image to the Applications folder to install</a:t>
            </a:r>
          </a:p>
        </p:txBody>
      </p:sp>
    </p:spTree>
    <p:extLst>
      <p:ext uri="{BB962C8B-B14F-4D97-AF65-F5344CB8AC3E}">
        <p14:creationId xmlns:p14="http://schemas.microsoft.com/office/powerpoint/2010/main" val="21108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JOHNSTON (AISAFE)</dc:creator>
  <cp:lastModifiedBy>David JOHNSTON (AISAFE)</cp:lastModifiedBy>
  <cp:revision>1</cp:revision>
  <dcterms:created xsi:type="dcterms:W3CDTF">2026-06-28T23:18:19Z</dcterms:created>
  <dcterms:modified xsi:type="dcterms:W3CDTF">2026-06-28T23:23:07Z</dcterms:modified>
</cp:coreProperties>
</file>