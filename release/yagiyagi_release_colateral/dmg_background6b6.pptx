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54864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48" d="100"/>
          <a:sy n="148" d="100"/>
        </p:scale>
        <p:origin x="2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897890"/>
            <a:ext cx="4663440" cy="191008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881630"/>
            <a:ext cx="4114800" cy="1324610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25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77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367791"/>
            <a:ext cx="4732020" cy="228219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671571"/>
            <a:ext cx="4732020" cy="1200150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86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460500"/>
            <a:ext cx="233172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460500"/>
            <a:ext cx="233172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11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92101"/>
            <a:ext cx="473202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344930"/>
            <a:ext cx="2321004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2004060"/>
            <a:ext cx="2321004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344930"/>
            <a:ext cx="2332435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2004060"/>
            <a:ext cx="2332435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5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3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65760"/>
            <a:ext cx="1769507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789941"/>
            <a:ext cx="2777490" cy="3898900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645920"/>
            <a:ext cx="1769507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75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65760"/>
            <a:ext cx="1769507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789941"/>
            <a:ext cx="2777490" cy="3898900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645920"/>
            <a:ext cx="1769507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0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18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92100"/>
            <a:ext cx="1183005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92100"/>
            <a:ext cx="3480435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92101"/>
            <a:ext cx="473202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460500"/>
            <a:ext cx="473202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5085081"/>
            <a:ext cx="123444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6F5FF-2E57-F74E-BCB9-CB2326EAFF92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5085081"/>
            <a:ext cx="18516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5085081"/>
            <a:ext cx="123444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1A21DF-145D-2341-8C36-9A7C5DBE4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84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98319939-7A03-B60B-DCEF-4D899FDA5A3F}"/>
              </a:ext>
            </a:extLst>
          </p:cNvPr>
          <p:cNvSpPr/>
          <p:nvPr/>
        </p:nvSpPr>
        <p:spPr>
          <a:xfrm>
            <a:off x="2019849" y="2481364"/>
            <a:ext cx="1446702" cy="1077218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D4C9D1-7FB1-A520-4692-B319EE072F7C}"/>
              </a:ext>
            </a:extLst>
          </p:cNvPr>
          <p:cNvSpPr txBox="1"/>
          <p:nvPr/>
        </p:nvSpPr>
        <p:spPr>
          <a:xfrm>
            <a:off x="118553" y="243519"/>
            <a:ext cx="52492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Drag this image to the</a:t>
            </a:r>
            <a:br>
              <a:rPr lang="en-US" sz="3200" dirty="0"/>
            </a:br>
            <a:r>
              <a:rPr lang="en-US" sz="3200" dirty="0"/>
              <a:t>Applications folder to install</a:t>
            </a:r>
          </a:p>
        </p:txBody>
      </p:sp>
    </p:spTree>
    <p:extLst>
      <p:ext uri="{BB962C8B-B14F-4D97-AF65-F5344CB8AC3E}">
        <p14:creationId xmlns:p14="http://schemas.microsoft.com/office/powerpoint/2010/main" val="211082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10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JOHNSTON (AISAFE)</dc:creator>
  <cp:lastModifiedBy>David JOHNSTON (AISAFE)</cp:lastModifiedBy>
  <cp:revision>2</cp:revision>
  <dcterms:created xsi:type="dcterms:W3CDTF">2026-06-28T23:18:19Z</dcterms:created>
  <dcterms:modified xsi:type="dcterms:W3CDTF">2026-07-05T18:51:26Z</dcterms:modified>
</cp:coreProperties>
</file>