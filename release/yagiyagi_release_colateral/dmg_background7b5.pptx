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78" d="100"/>
          <a:sy n="178" d="100"/>
        </p:scale>
        <p:origin x="1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1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8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7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8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8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4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7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1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0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6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98319939-7A03-B60B-DCEF-4D899FDA5A3F}"/>
              </a:ext>
            </a:extLst>
          </p:cNvPr>
          <p:cNvSpPr/>
          <p:nvPr/>
        </p:nvSpPr>
        <p:spPr>
          <a:xfrm>
            <a:off x="2597608" y="2067803"/>
            <a:ext cx="1205585" cy="89768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4C9D1-7FB1-A520-4692-B319EE072F7C}"/>
              </a:ext>
            </a:extLst>
          </p:cNvPr>
          <p:cNvSpPr txBox="1"/>
          <p:nvPr/>
        </p:nvSpPr>
        <p:spPr>
          <a:xfrm>
            <a:off x="1013195" y="202933"/>
            <a:ext cx="4374411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dirty="0"/>
              <a:t>Drag this image to the</a:t>
            </a:r>
            <a:br>
              <a:rPr lang="en-US" sz="2667" dirty="0"/>
            </a:br>
            <a:r>
              <a:rPr lang="en-US" sz="2667" dirty="0"/>
              <a:t>Applications folder to install</a:t>
            </a:r>
          </a:p>
        </p:txBody>
      </p:sp>
    </p:spTree>
    <p:extLst>
      <p:ext uri="{BB962C8B-B14F-4D97-AF65-F5344CB8AC3E}">
        <p14:creationId xmlns:p14="http://schemas.microsoft.com/office/powerpoint/2010/main" val="21108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10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JOHNSTON (AISAFE)</dc:creator>
  <cp:lastModifiedBy>David JOHNSTON (AISAFE)</cp:lastModifiedBy>
  <cp:revision>3</cp:revision>
  <dcterms:created xsi:type="dcterms:W3CDTF">2026-06-28T23:18:19Z</dcterms:created>
  <dcterms:modified xsi:type="dcterms:W3CDTF">2026-07-05T19:27:37Z</dcterms:modified>
</cp:coreProperties>
</file>